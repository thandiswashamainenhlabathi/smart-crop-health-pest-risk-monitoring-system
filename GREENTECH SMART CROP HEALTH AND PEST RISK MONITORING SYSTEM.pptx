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55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796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0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477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85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4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81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349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15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948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324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6425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35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3627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471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33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52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032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6F0F56-7B4E-43DC-AA4A-7E1896ED1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EAAD1C9-1487-4C1B-8CA2-A565EA7B5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5F4AA7-D436-4D3E-9311-E3CAACDFA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0424"/>
            <a:ext cx="9144000" cy="23075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7153" y="4912467"/>
            <a:ext cx="7323767" cy="177770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	</a:t>
            </a:r>
            <a:r>
              <a:rPr lang="en-US" b="1" dirty="0">
                <a:solidFill>
                  <a:schemeClr val="bg1"/>
                </a:solidFill>
              </a:rPr>
              <a:t>Smart Crop Health &amp; Pest-Risk Monitoring System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i="1" dirty="0">
                <a:solidFill>
                  <a:schemeClr val="bg1"/>
                </a:solidFill>
              </a:rPr>
              <a:t>An IoT-Based Solution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Presented by: GreenTech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7152" y="649357"/>
            <a:ext cx="7323767" cy="3543900"/>
          </a:xfrm>
        </p:spPr>
        <p:txBody>
          <a:bodyPr>
            <a:normAutofit/>
          </a:bodyPr>
          <a:lstStyle/>
          <a:p>
            <a:endParaRPr lang="en-US" i="1" dirty="0"/>
          </a:p>
          <a:p>
            <a:endParaRPr lang="en-US" i="1" dirty="0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C6FA62F-E948-4EBA-AE1A-47CBEE9FC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5019122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 descr="A hand holding a magnifying glass over a field of plants&#10;&#10;AI-generated content may be incorrect.">
            <a:extLst>
              <a:ext uri="{FF2B5EF4-FFF2-40B4-BE49-F238E27FC236}">
                <a16:creationId xmlns:a16="http://schemas.microsoft.com/office/drawing/2014/main" id="{7CA5EA1B-3752-40E7-5859-6DE67CF7A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40" y="1"/>
            <a:ext cx="9147140" cy="45722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01949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0229" y="2133599"/>
            <a:ext cx="7724172" cy="4382947"/>
          </a:xfrm>
        </p:spPr>
        <p:txBody>
          <a:bodyPr/>
          <a:lstStyle/>
          <a:p>
            <a:r>
              <a:rPr dirty="0"/>
              <a:t>• IoT-based crop monitoring system</a:t>
            </a:r>
          </a:p>
          <a:p>
            <a:r>
              <a:rPr dirty="0"/>
              <a:t>• Sensors detect soil, climate, and pest-risk factors</a:t>
            </a:r>
          </a:p>
          <a:p>
            <a:r>
              <a:rPr dirty="0"/>
              <a:t>• Data </a:t>
            </a:r>
            <a:r>
              <a:rPr dirty="0" err="1"/>
              <a:t>visualisation</a:t>
            </a:r>
            <a:r>
              <a:rPr dirty="0"/>
              <a:t> using Power BI</a:t>
            </a:r>
          </a:p>
          <a:p>
            <a:r>
              <a:rPr dirty="0"/>
              <a:t>• 3D simulation via Blender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527" y="2133600"/>
            <a:ext cx="8079129" cy="4475544"/>
          </a:xfrm>
        </p:spPr>
        <p:txBody>
          <a:bodyPr/>
          <a:lstStyle/>
          <a:p>
            <a:r>
              <a:rPr dirty="0"/>
              <a:t>Crop losses due to pests and poor monitoring remain high in South Africa</a:t>
            </a:r>
          </a:p>
          <a:p>
            <a:r>
              <a:rPr dirty="0"/>
              <a:t>Smart farming adoption is low despite proven benefits</a:t>
            </a:r>
          </a:p>
          <a:p>
            <a:r>
              <a:rPr lang="en-US" dirty="0"/>
              <a:t>The smart crop</a:t>
            </a:r>
            <a:r>
              <a:rPr dirty="0"/>
              <a:t> </a:t>
            </a:r>
            <a:r>
              <a:rPr lang="en-US" dirty="0"/>
              <a:t>health and pest risk monitoring system </a:t>
            </a:r>
            <a:r>
              <a:rPr dirty="0"/>
              <a:t>proposes an IoT–AI workflow for real-time crop health insights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AIM &amp;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549" y="2133600"/>
            <a:ext cx="8032831" cy="4406096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Aim</a:t>
            </a:r>
          </a:p>
          <a:p>
            <a:r>
              <a:rPr dirty="0"/>
              <a:t>Design a system to monitor crop health and detect pest risks early.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Mission</a:t>
            </a:r>
          </a:p>
          <a:p>
            <a:r>
              <a:rPr dirty="0"/>
              <a:t>Improve productivity through data-driven decisions</a:t>
            </a:r>
          </a:p>
          <a:p>
            <a:r>
              <a:rPr dirty="0"/>
              <a:t>Reduce losses</a:t>
            </a:r>
          </a:p>
          <a:p>
            <a:r>
              <a:rPr dirty="0"/>
              <a:t>Support digital agriculture adoption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7469" y="196770"/>
            <a:ext cx="7882360" cy="1134319"/>
          </a:xfrm>
        </p:spPr>
        <p:txBody>
          <a:bodyPr>
            <a:noAutofit/>
          </a:bodyPr>
          <a:lstStyle/>
          <a:p>
            <a:pPr algn="ctr"/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377" y="1713054"/>
            <a:ext cx="8102279" cy="4198168"/>
          </a:xfrm>
        </p:spPr>
        <p:txBody>
          <a:bodyPr/>
          <a:lstStyle/>
          <a:p>
            <a:r>
              <a:rPr dirty="0"/>
              <a:t>Arduino + sensors (soil moisture, temperature, </a:t>
            </a:r>
            <a:r>
              <a:rPr lang="en-US" dirty="0"/>
              <a:t>LED, IR Sensor) on Proteus</a:t>
            </a:r>
          </a:p>
          <a:p>
            <a:endParaRPr lang="en-US" dirty="0"/>
          </a:p>
          <a:p>
            <a:r>
              <a:rPr lang="en-US" dirty="0"/>
              <a:t>Blender 3D crop-field model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5423" y="1770927"/>
            <a:ext cx="8148577" cy="5087073"/>
          </a:xfrm>
        </p:spPr>
        <p:txBody>
          <a:bodyPr/>
          <a:lstStyle/>
          <a:p>
            <a:r>
              <a:rPr dirty="0"/>
              <a:t>Connectivity issues</a:t>
            </a:r>
            <a:r>
              <a:rPr lang="en-US" dirty="0"/>
              <a:t> linking Proteus → Blender → Data Platform</a:t>
            </a:r>
          </a:p>
          <a:p>
            <a:endParaRPr dirty="0"/>
          </a:p>
          <a:p>
            <a:r>
              <a:rPr dirty="0"/>
              <a:t>Sensor calibration needed for accuracy</a:t>
            </a:r>
            <a:endParaRPr lang="en-US" dirty="0"/>
          </a:p>
          <a:p>
            <a:endParaRPr lang="en-US" dirty="0"/>
          </a:p>
          <a:p>
            <a:r>
              <a:rPr lang="en-US" dirty="0"/>
              <a:t>Difficulty Integrating Sensors in Proteus</a:t>
            </a:r>
          </a:p>
          <a:p>
            <a:endParaRPr lang="en-US" dirty="0"/>
          </a:p>
          <a:p>
            <a:r>
              <a:rPr lang="en-US" dirty="0"/>
              <a:t>Data Logging Issues on Power BI</a:t>
            </a:r>
          </a:p>
          <a:p>
            <a:endParaRPr lang="en-US" dirty="0"/>
          </a:p>
          <a:p>
            <a:r>
              <a:rPr lang="en-US" dirty="0"/>
              <a:t>Designing the 3D Blender Model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411" y="335666"/>
            <a:ext cx="7075990" cy="1157468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WAY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4952" y="1905000"/>
            <a:ext cx="8125427" cy="4617334"/>
          </a:xfrm>
        </p:spPr>
        <p:txBody>
          <a:bodyPr/>
          <a:lstStyle/>
          <a:p>
            <a:r>
              <a:rPr lang="en-US" dirty="0"/>
              <a:t>Improve Connectivity Between Proteus → Blender → Data Platform</a:t>
            </a:r>
          </a:p>
          <a:p>
            <a:endParaRPr lang="en-US" dirty="0"/>
          </a:p>
          <a:p>
            <a:r>
              <a:rPr lang="en-US" dirty="0"/>
              <a:t>Enhance Blender 3D Modelling Workflow</a:t>
            </a:r>
          </a:p>
          <a:p>
            <a:endParaRPr lang="en-US" dirty="0"/>
          </a:p>
          <a:p>
            <a:r>
              <a:rPr lang="en-US" dirty="0"/>
              <a:t>Integrate AI pest image recognition</a:t>
            </a:r>
          </a:p>
          <a:p>
            <a:endParaRPr dirty="0"/>
          </a:p>
          <a:p>
            <a:r>
              <a:rPr lang="en-US" dirty="0"/>
              <a:t>Expand the Data Analytics Platform such as the use of Power BI / Google Data Studio for dashboards.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378" y="1713053"/>
            <a:ext cx="8067554" cy="50002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 smart crop health and pest risk monitoring system project successfully demonstrates how IoT, simulation, and data analytics can support smart crop monitoring.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Despite challenges such as connectivity issues, sensor calibration, data logging, and 3D modelling, the system provides a strong foundation for improving early detection and decision-making.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With further refinement and integration, this solution can enhance agricultural efficiency and promote sustainable smart farming practices.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99436-EF03-5364-A7D9-40967F3BD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22" y="0"/>
            <a:ext cx="8970380" cy="1041721"/>
          </a:xfrm>
        </p:spPr>
        <p:txBody>
          <a:bodyPr>
            <a:noAutofit/>
          </a:bodyPr>
          <a:lstStyle/>
          <a:p>
            <a:pPr algn="ctr"/>
            <a:r>
              <a:rPr lang="en-US" sz="5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  <p:pic>
        <p:nvPicPr>
          <p:cNvPr id="9" name="Content Placeholder 8" descr="A group of yellow post it notes with black text&#10;&#10;AI-generated content may be incorrect.">
            <a:extLst>
              <a:ext uri="{FF2B5EF4-FFF2-40B4-BE49-F238E27FC236}">
                <a16:creationId xmlns:a16="http://schemas.microsoft.com/office/drawing/2014/main" id="{FBA41BFE-2D41-633E-7AE9-207A5617D8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621" y="1157468"/>
            <a:ext cx="8970380" cy="5700532"/>
          </a:xfrm>
        </p:spPr>
      </p:pic>
    </p:spTree>
    <p:extLst>
      <p:ext uri="{BB962C8B-B14F-4D97-AF65-F5344CB8AC3E}">
        <p14:creationId xmlns:p14="http://schemas.microsoft.com/office/powerpoint/2010/main" val="256837375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139</TotalTime>
  <Words>287</Words>
  <Application>Microsoft Office PowerPoint</Application>
  <PresentationFormat>On-screen Show (4:3)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Wisp</vt:lpstr>
      <vt:lpstr> Smart Crop Health &amp; Pest-Risk Monitoring System An IoT-Based Solution Presented by: GreenTech</vt:lpstr>
      <vt:lpstr>OVERVIEW</vt:lpstr>
      <vt:lpstr>INTRODUCTION</vt:lpstr>
      <vt:lpstr>AIM &amp; MISSION</vt:lpstr>
      <vt:lpstr>PROPOSED SOLUTION</vt:lpstr>
      <vt:lpstr>CHALLENGES</vt:lpstr>
      <vt:lpstr>WAY FORWARD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CAPACITI</dc:creator>
  <cp:keywords/>
  <dc:description>generated using python-pptx</dc:description>
  <cp:lastModifiedBy>Innocent Mogane</cp:lastModifiedBy>
  <cp:revision>5</cp:revision>
  <dcterms:created xsi:type="dcterms:W3CDTF">2013-01-27T09:14:16Z</dcterms:created>
  <dcterms:modified xsi:type="dcterms:W3CDTF">2025-11-27T11:58:25Z</dcterms:modified>
  <cp:category/>
</cp:coreProperties>
</file>